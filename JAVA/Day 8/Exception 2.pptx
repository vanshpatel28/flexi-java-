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86bcce8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86bcce8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b86bcce8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b86bcce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b86bcce8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b86bcce8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b86bcce8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b86bcce8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b86bcce8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b86bcce8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b86bcce8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b86bcce8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b86bcce8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b86bcce8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b86bcce8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b86bcce8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b86bcce8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b86bcce8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b86bcce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b86bcce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b86bcce8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b86bcce8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b86bcce8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b86bcce8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b86bcce8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b86bcce8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b86bcce8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b86bcce8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b86bcce8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b86bcce8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b86bcce8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b86bcce8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b86bcce8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b86bcce8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b86bcce8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b86bcce8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geeksforgeeks.org/overriding-in-java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Difference Between Checked and Unchecked Exceptions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1700"/>
            <a:ext cx="9143999" cy="462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91440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Categories of Checked Exceptions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Fully Checked Exception</a:t>
            </a:r>
            <a:r>
              <a:rPr lang="en" sz="1100">
                <a:solidFill>
                  <a:schemeClr val="dk1"/>
                </a:solidFill>
              </a:rPr>
              <a:t>: These are exceptions in which all their subclasses are also checked. Examples include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InterruptedException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Partially Checked Exception</a:t>
            </a:r>
            <a:r>
              <a:rPr lang="en" sz="1100">
                <a:solidFill>
                  <a:schemeClr val="dk1"/>
                </a:solidFill>
              </a:rPr>
              <a:t>: These exceptions have some subclasses that are unchecked. A common example is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en" sz="1100">
                <a:solidFill>
                  <a:schemeClr val="dk1"/>
                </a:solidFill>
              </a:rPr>
              <a:t> class.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Checked exceptions typically arise due to factors beyond the program’s direct control, such as issues related to memory, networking, or file handling. All checked exceptions are derived from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en" sz="1100">
                <a:solidFill>
                  <a:schemeClr val="dk1"/>
                </a:solidFill>
              </a:rPr>
              <a:t> class. Unlike unchecked exceptions, they must either be handled using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try-catch</a:t>
            </a:r>
            <a:r>
              <a:rPr lang="en" sz="1100">
                <a:solidFill>
                  <a:schemeClr val="dk1"/>
                </a:solidFill>
              </a:rPr>
              <a:t> block or declared in the method signature using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en" sz="1100">
                <a:solidFill>
                  <a:schemeClr val="dk1"/>
                </a:solidFill>
              </a:rPr>
              <a:t> keyword.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2335150"/>
            <a:ext cx="91440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Unchecked Exceptions in Java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Unchecked exceptions are runtime exceptions that are not required to be caught or declared in a throws clause.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These exceptions are caused by programming errors, such as attempting to access an index out of bounds in an array or attempting to divide by zero.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Unchecked exceptions include all subclasses of the RuntimeException class, as well as the Error class and its subclasses.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Difference Between throw and throws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700"/>
            <a:ext cx="7970426" cy="457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772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229175" y="1207475"/>
            <a:ext cx="8520600" cy="21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166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48"/>
              <a:buFont typeface="Nunito"/>
              <a:buChar char="●"/>
            </a:pPr>
            <a:r>
              <a:rPr lang="en" sz="1347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throws keyword is required only for checked exceptions and usage of the throws keyword for unchecked exceptions is meaningless.</a:t>
            </a:r>
            <a:endParaRPr sz="1347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166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48"/>
              <a:buFont typeface="Nunito"/>
              <a:buChar char="●"/>
            </a:pPr>
            <a:r>
              <a:rPr lang="en" sz="1347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throws keyword is required only to convince the compiler and usage of the throws keyword does not prevent abnormal termination of the program.</a:t>
            </a:r>
            <a:endParaRPr sz="1347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166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48"/>
              <a:buFont typeface="Nunito"/>
              <a:buChar char="●"/>
            </a:pPr>
            <a:r>
              <a:rPr lang="en" sz="1347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With the help of the throws keyword, we can provide information to the caller of the method about the exception.</a:t>
            </a:r>
            <a:endParaRPr sz="1347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0" y="0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73239"/>
                </a:solidFill>
                <a:highlight>
                  <a:srgbClr val="FFFFFF"/>
                </a:highlight>
              </a:rPr>
              <a:t>User-Defined Custom Exception in Java</a:t>
            </a:r>
            <a:endParaRPr b="1" sz="21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6800" y="507900"/>
            <a:ext cx="5873413" cy="46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0" y="67387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Checked Custom Exception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0" y="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Unchecked Custom Exception</a:t>
            </a:r>
            <a:endParaRPr b="1"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2400"/>
            <a:ext cx="6303172" cy="475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rgbClr val="273239"/>
                </a:solidFill>
                <a:highlight>
                  <a:srgbClr val="FFFFFF"/>
                </a:highlight>
              </a:rPr>
              <a:t>Chained Exceptions in Java</a:t>
            </a:r>
            <a:endParaRPr b="1" sz="21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0" y="806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Chained Exceptions in Java enable linking one exception to another, allowing an exception to indicate the root cause of an error. For instance, if a method throws an </a:t>
            </a:r>
            <a:r>
              <a:rPr b="1" lang="en" sz="1500">
                <a:solidFill>
                  <a:schemeClr val="dk1"/>
                </a:solidFill>
              </a:rPr>
              <a:t>ArithmeticException</a:t>
            </a:r>
            <a:r>
              <a:rPr lang="en" sz="1500">
                <a:solidFill>
                  <a:schemeClr val="dk1"/>
                </a:solidFill>
              </a:rPr>
              <a:t> due to division by zero, but the actual issue stems from an </a:t>
            </a:r>
            <a:r>
              <a:rPr b="1" lang="en" sz="1500">
                <a:solidFill>
                  <a:schemeClr val="dk1"/>
                </a:solidFill>
              </a:rPr>
              <a:t>I/O failure</a:t>
            </a:r>
            <a:r>
              <a:rPr lang="en" sz="1500">
                <a:solidFill>
                  <a:schemeClr val="dk1"/>
                </a:solidFill>
              </a:rPr>
              <a:t> that resulted in a zero divisor, chained exceptions help convey both the immediate error and its underlying cause.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Advantages of Chained Exceptions</a:t>
            </a:r>
            <a:endParaRPr b="1" sz="15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This exception helps in debugging by providing details about both primary and root causes.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It simplifies error handling by enabling propagation of complete exception context.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This improves traceability of errors in complex applications.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527358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rgbClr val="273239"/>
                </a:solidFill>
                <a:highlight>
                  <a:srgbClr val="FFFFFF"/>
                </a:highlight>
              </a:rPr>
              <a:t>Null Pointer Exception in Java</a:t>
            </a:r>
            <a:endParaRPr b="1" sz="21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0" y="68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Reasons for Null Pointer Exception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Invoking a method from a null object.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Accessing or modifying a null object’s field.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Taking the length of null, as if it were an array.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Accessing or modifying the slots of null objects, as if it were an array.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Throwing null, as if it were a Throwable value.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When you try to synchronize over a null object.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/>
        </p:nvSpPr>
        <p:spPr>
          <a:xfrm>
            <a:off x="0" y="3465675"/>
            <a:ext cx="9144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How to Avoid the NullPointerException? 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To avoid the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NullPointerException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we must ensure that all the objects are initialized properly, before we use them. When we declare a reference variable, we must verify that object is not null, before we request a method or a field from the objects.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09575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62" y="0"/>
            <a:ext cx="504825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rgbClr val="273239"/>
                </a:solidFill>
                <a:highlight>
                  <a:srgbClr val="FFFFFF"/>
                </a:highlight>
              </a:rPr>
              <a:t>Exception Handling with Method Overriding in Java</a:t>
            </a:r>
            <a:endParaRPr b="1" sz="21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0" y="629875"/>
            <a:ext cx="8520600" cy="16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46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 any object-oriented programming, </a:t>
            </a:r>
            <a:r>
              <a:rPr lang="en" sz="1446" u="sng">
                <a:solidFill>
                  <a:schemeClr val="hlink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  <a:hlinkClick r:id="rId3"/>
              </a:rPr>
              <a:t>method overriding</a:t>
            </a:r>
            <a:r>
              <a:rPr lang="en" sz="1446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allows a subclass to redefine a method from its superclass. With exception handling, the subclass can:</a:t>
            </a:r>
            <a:endParaRPr sz="1446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436" lvl="0" marL="685800" rtl="0" algn="l">
              <a:lnSpc>
                <a:spcPct val="13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446"/>
              <a:buFont typeface="Nunito"/>
              <a:buChar char="●"/>
            </a:pPr>
            <a:r>
              <a:rPr lang="en" sz="1446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The subclass can throw the same or smaller exceptions.</a:t>
            </a:r>
            <a:endParaRPr sz="1446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436" lvl="0" marL="68580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46"/>
              <a:buFont typeface="Nunito"/>
              <a:buChar char="●"/>
            </a:pPr>
            <a:r>
              <a:rPr lang="en" sz="1446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It can choose not to throw any exceptions.</a:t>
            </a:r>
            <a:endParaRPr sz="1446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436" lvl="0" marL="68580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46"/>
              <a:buFont typeface="Nunito"/>
              <a:buChar char="●"/>
            </a:pPr>
            <a:r>
              <a:rPr lang="en" sz="1446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It cannot throw new checked exceptions not in the parent method.</a:t>
            </a:r>
            <a:endParaRPr sz="1446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79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2422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0" y="0"/>
            <a:ext cx="9144000" cy="3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Scenario: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new online movie ticket booking system is being developed. Users can book tickets for different movies based on seat availability. Each movie has a fixed number of seats, and once all seats are booked, no further reservations can be made. If a user tries to book a seat when none are available, the system should throw a </a:t>
            </a:r>
            <a:r>
              <a:rPr b="1" lang="en" sz="1500">
                <a:solidFill>
                  <a:schemeClr val="dk1"/>
                </a:solidFill>
              </a:rPr>
              <a:t>SeatNotAvailableException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 are required to implement this system using Java by: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Creating a </a:t>
            </a:r>
            <a:r>
              <a:rPr b="1" lang="en" sz="1500">
                <a:solidFill>
                  <a:schemeClr val="dk1"/>
                </a:solidFill>
              </a:rPr>
              <a:t>Movie</a:t>
            </a:r>
            <a:r>
              <a:rPr lang="en" sz="1500">
                <a:solidFill>
                  <a:schemeClr val="dk1"/>
                </a:solidFill>
              </a:rPr>
              <a:t> class to store the movie name and available seats.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Implementing a method </a:t>
            </a:r>
            <a:r>
              <a:rPr b="1" lang="en" sz="1500">
                <a:solidFill>
                  <a:schemeClr val="dk1"/>
                </a:solidFill>
              </a:rPr>
              <a:t>bookTicket(int seats)</a:t>
            </a:r>
            <a:r>
              <a:rPr lang="en" sz="1500">
                <a:solidFill>
                  <a:schemeClr val="dk1"/>
                </a:solidFill>
              </a:rPr>
              <a:t> to handle ticket booking and throw an exception if there aren’t enough seats.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Writing a </a:t>
            </a:r>
            <a:r>
              <a:rPr b="1" lang="en" sz="1500">
                <a:solidFill>
                  <a:schemeClr val="dk1"/>
                </a:solidFill>
              </a:rPr>
              <a:t>custom exception</a:t>
            </a:r>
            <a:r>
              <a:rPr lang="en" sz="1500">
                <a:solidFill>
                  <a:schemeClr val="dk1"/>
                </a:solidFill>
              </a:rPr>
              <a:t> class called </a:t>
            </a:r>
            <a:r>
              <a:rPr b="1" lang="en" sz="1500">
                <a:solidFill>
                  <a:schemeClr val="dk1"/>
                </a:solidFill>
              </a:rPr>
              <a:t>SeatNotAvailableException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Testing the functionality using a </a:t>
            </a:r>
            <a:r>
              <a:rPr b="1" lang="en" sz="1500">
                <a:solidFill>
                  <a:schemeClr val="dk1"/>
                </a:solidFill>
              </a:rPr>
              <a:t>main</a:t>
            </a:r>
            <a:r>
              <a:rPr lang="en" sz="1500">
                <a:solidFill>
                  <a:schemeClr val="dk1"/>
                </a:solidFill>
              </a:rPr>
              <a:t> method.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0" y="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Scenario: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university maintains a grading system where students receive grades based on their marks. The system should ensure that students enter valid marks (0 to 100). If a student enters marks outside this range, the system should throw an </a:t>
            </a:r>
            <a:r>
              <a:rPr b="1" lang="en" sz="1500">
                <a:solidFill>
                  <a:schemeClr val="dk1"/>
                </a:solidFill>
              </a:rPr>
              <a:t>InvalidMarksException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Your task is to implement this system using Java by: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Creating a </a:t>
            </a:r>
            <a:r>
              <a:rPr b="1" lang="en" sz="1500">
                <a:solidFill>
                  <a:schemeClr val="dk1"/>
                </a:solidFill>
              </a:rPr>
              <a:t>Student</a:t>
            </a:r>
            <a:r>
              <a:rPr lang="en" sz="1500">
                <a:solidFill>
                  <a:schemeClr val="dk1"/>
                </a:solidFill>
              </a:rPr>
              <a:t> class with attributes for name and marks.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Implementing a method </a:t>
            </a:r>
            <a:r>
              <a:rPr b="1" lang="en" sz="1500">
                <a:solidFill>
                  <a:schemeClr val="dk1"/>
                </a:solidFill>
              </a:rPr>
              <a:t>assignGrade()</a:t>
            </a:r>
            <a:r>
              <a:rPr lang="en" sz="1500">
                <a:solidFill>
                  <a:schemeClr val="dk1"/>
                </a:solidFill>
              </a:rPr>
              <a:t> that determines the grade based on marks.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Writing a </a:t>
            </a:r>
            <a:r>
              <a:rPr b="1" lang="en" sz="1500">
                <a:solidFill>
                  <a:schemeClr val="dk1"/>
                </a:solidFill>
              </a:rPr>
              <a:t>custom exception</a:t>
            </a:r>
            <a:r>
              <a:rPr lang="en" sz="1500">
                <a:solidFill>
                  <a:schemeClr val="dk1"/>
                </a:solidFill>
              </a:rPr>
              <a:t> class called </a:t>
            </a:r>
            <a:r>
              <a:rPr b="1" lang="en" sz="1500">
                <a:solidFill>
                  <a:schemeClr val="dk1"/>
                </a:solidFill>
              </a:rPr>
              <a:t>InvalidMarksException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Testing the functionality using a </a:t>
            </a:r>
            <a:r>
              <a:rPr b="1" lang="en" sz="1500">
                <a:solidFill>
                  <a:schemeClr val="dk1"/>
                </a:solidFill>
              </a:rPr>
              <a:t>main</a:t>
            </a:r>
            <a:r>
              <a:rPr lang="en" sz="1500">
                <a:solidFill>
                  <a:schemeClr val="dk1"/>
                </a:solidFill>
              </a:rPr>
              <a:t> method.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0" y="0"/>
            <a:ext cx="9144000" cy="3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Scenario: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 bank provides an ATM withdrawal service where customers can withdraw money from their accounts. However, the ATM imposes two restrictions: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A user </a:t>
            </a:r>
            <a:r>
              <a:rPr b="1" lang="en" sz="1300">
                <a:solidFill>
                  <a:schemeClr val="dk1"/>
                </a:solidFill>
              </a:rPr>
              <a:t>cannot withdraw more money than their account balance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 withdrawal amount </a:t>
            </a:r>
            <a:r>
              <a:rPr b="1" lang="en" sz="1300">
                <a:solidFill>
                  <a:schemeClr val="dk1"/>
                </a:solidFill>
              </a:rPr>
              <a:t>must be in multiples of 100</a:t>
            </a:r>
            <a:r>
              <a:rPr lang="en" sz="1300">
                <a:solidFill>
                  <a:schemeClr val="dk1"/>
                </a:solidFill>
              </a:rPr>
              <a:t> (e.g., 100, 200, 500, etc.).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If a user attempts to withdraw more than their balance, the system should throw an </a:t>
            </a:r>
            <a:r>
              <a:rPr b="1" lang="en" sz="1300">
                <a:solidFill>
                  <a:schemeClr val="dk1"/>
                </a:solidFill>
              </a:rPr>
              <a:t>InsufficientFundsException</a:t>
            </a:r>
            <a:r>
              <a:rPr lang="en" sz="1300">
                <a:solidFill>
                  <a:schemeClr val="dk1"/>
                </a:solidFill>
              </a:rPr>
              <a:t>. If a user tries to withdraw a non-multiple of 100, the system should throw an </a:t>
            </a:r>
            <a:r>
              <a:rPr b="1" lang="en" sz="1300">
                <a:solidFill>
                  <a:schemeClr val="dk1"/>
                </a:solidFill>
              </a:rPr>
              <a:t>InvalidAmountException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Your task is to implement this system in Java by: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Creating a </a:t>
            </a:r>
            <a:r>
              <a:rPr b="1" lang="en" sz="1300">
                <a:solidFill>
                  <a:schemeClr val="dk1"/>
                </a:solidFill>
              </a:rPr>
              <a:t>BankAccount</a:t>
            </a:r>
            <a:r>
              <a:rPr lang="en" sz="1300">
                <a:solidFill>
                  <a:schemeClr val="dk1"/>
                </a:solidFill>
              </a:rPr>
              <a:t> class with attributes for account number and balance.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Implementing a method </a:t>
            </a:r>
            <a:r>
              <a:rPr b="1" lang="en" sz="1300">
                <a:solidFill>
                  <a:schemeClr val="dk1"/>
                </a:solidFill>
              </a:rPr>
              <a:t>withdraw(double amount)</a:t>
            </a:r>
            <a:r>
              <a:rPr lang="en" sz="1300">
                <a:solidFill>
                  <a:schemeClr val="dk1"/>
                </a:solidFill>
              </a:rPr>
              <a:t> that validates and processes the withdrawal.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Writing two </a:t>
            </a:r>
            <a:r>
              <a:rPr b="1" lang="en" sz="1300">
                <a:solidFill>
                  <a:schemeClr val="dk1"/>
                </a:solidFill>
              </a:rPr>
              <a:t>custom exception</a:t>
            </a:r>
            <a:r>
              <a:rPr lang="en" sz="1300">
                <a:solidFill>
                  <a:schemeClr val="dk1"/>
                </a:solidFill>
              </a:rPr>
              <a:t> classes: </a:t>
            </a:r>
            <a:r>
              <a:rPr b="1" lang="en" sz="1300">
                <a:solidFill>
                  <a:schemeClr val="dk1"/>
                </a:solidFill>
              </a:rPr>
              <a:t>InsufficientFundsException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InvalidAmountException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Testing the functionality using a </a:t>
            </a:r>
            <a:r>
              <a:rPr b="1" lang="en" sz="1300">
                <a:solidFill>
                  <a:schemeClr val="dk1"/>
                </a:solidFill>
              </a:rPr>
              <a:t>main</a:t>
            </a:r>
            <a:r>
              <a:rPr lang="en" sz="1300">
                <a:solidFill>
                  <a:schemeClr val="dk1"/>
                </a:solidFill>
              </a:rPr>
              <a:t> method.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0" y="0"/>
            <a:ext cx="9144000" cy="3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Scenario: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flight booking system allows passengers to book seats on flights. However, if a flight is fully booked, the system should throw a </a:t>
            </a:r>
            <a:r>
              <a:rPr b="1" lang="en" sz="1500">
                <a:solidFill>
                  <a:schemeClr val="dk1"/>
                </a:solidFill>
              </a:rPr>
              <a:t>NoSeatsAvailableException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Your task is to implement this system in Java by: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Creating a </a:t>
            </a:r>
            <a:r>
              <a:rPr b="1" lang="en" sz="1500">
                <a:solidFill>
                  <a:schemeClr val="dk1"/>
                </a:solidFill>
              </a:rPr>
              <a:t>Flight</a:t>
            </a:r>
            <a:r>
              <a:rPr lang="en" sz="1500">
                <a:solidFill>
                  <a:schemeClr val="dk1"/>
                </a:solidFill>
              </a:rPr>
              <a:t> class to manage available seats.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Implementing a method </a:t>
            </a:r>
            <a:r>
              <a:rPr b="1" lang="en" sz="1500">
                <a:solidFill>
                  <a:schemeClr val="dk1"/>
                </a:solidFill>
              </a:rPr>
              <a:t>bookSeat(int seats)</a:t>
            </a:r>
            <a:r>
              <a:rPr lang="en" sz="1500">
                <a:solidFill>
                  <a:schemeClr val="dk1"/>
                </a:solidFill>
              </a:rPr>
              <a:t> that handles bookings and throws an exception if no seats are available.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Writing a </a:t>
            </a:r>
            <a:r>
              <a:rPr b="1" lang="en" sz="1500">
                <a:solidFill>
                  <a:schemeClr val="dk1"/>
                </a:solidFill>
              </a:rPr>
              <a:t>custom exception</a:t>
            </a:r>
            <a:r>
              <a:rPr lang="en" sz="1500">
                <a:solidFill>
                  <a:schemeClr val="dk1"/>
                </a:solidFill>
              </a:rPr>
              <a:t> class called </a:t>
            </a:r>
            <a:r>
              <a:rPr b="1" lang="en" sz="1500">
                <a:solidFill>
                  <a:schemeClr val="dk1"/>
                </a:solidFill>
              </a:rPr>
              <a:t>NoSeatsAvailableException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Testing the functionality using a </a:t>
            </a:r>
            <a:r>
              <a:rPr b="1" lang="en" sz="1500">
                <a:solidFill>
                  <a:schemeClr val="dk1"/>
                </a:solidFill>
              </a:rPr>
              <a:t>main</a:t>
            </a:r>
            <a:r>
              <a:rPr lang="en" sz="1500">
                <a:solidFill>
                  <a:schemeClr val="dk1"/>
                </a:solidFill>
              </a:rPr>
              <a:t> method.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0" y="0"/>
            <a:ext cx="9144000" cy="3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Scenario: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 gaming company wants to develop a simple </a:t>
            </a:r>
            <a:r>
              <a:rPr b="1" lang="en" sz="1400">
                <a:solidFill>
                  <a:schemeClr val="dk1"/>
                </a:solidFill>
              </a:rPr>
              <a:t>"Number Guessing Game"</a:t>
            </a:r>
            <a:r>
              <a:rPr lang="en" sz="1400">
                <a:solidFill>
                  <a:schemeClr val="dk1"/>
                </a:solidFill>
              </a:rPr>
              <a:t> where the player tries to guess a randomly generated number within a limited number of attempts.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Game Rules: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The program generates a </a:t>
            </a:r>
            <a:r>
              <a:rPr b="1" lang="en" sz="1400">
                <a:solidFill>
                  <a:schemeClr val="dk1"/>
                </a:solidFill>
              </a:rPr>
              <a:t>random number</a:t>
            </a:r>
            <a:r>
              <a:rPr lang="en" sz="1400">
                <a:solidFill>
                  <a:schemeClr val="dk1"/>
                </a:solidFill>
              </a:rPr>
              <a:t> between </a:t>
            </a:r>
            <a:r>
              <a:rPr b="1" lang="en" sz="1400">
                <a:solidFill>
                  <a:schemeClr val="dk1"/>
                </a:solidFill>
              </a:rPr>
              <a:t>1 and 100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The player has </a:t>
            </a:r>
            <a:r>
              <a:rPr b="1" lang="en" sz="1400">
                <a:solidFill>
                  <a:schemeClr val="dk1"/>
                </a:solidFill>
              </a:rPr>
              <a:t>5 attempts</a:t>
            </a:r>
            <a:r>
              <a:rPr lang="en" sz="1400">
                <a:solidFill>
                  <a:schemeClr val="dk1"/>
                </a:solidFill>
              </a:rPr>
              <a:t> to guess the number.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After each guess, the program provides feedback: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"Too High!"</a:t>
            </a:r>
            <a:r>
              <a:rPr lang="en">
                <a:solidFill>
                  <a:schemeClr val="dk1"/>
                </a:solidFill>
              </a:rPr>
              <a:t> if the guess is greater than the number.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"Too Low!"</a:t>
            </a:r>
            <a:r>
              <a:rPr lang="en">
                <a:solidFill>
                  <a:schemeClr val="dk1"/>
                </a:solidFill>
              </a:rPr>
              <a:t> if the guess is smaller than the number.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"Correct! You Win!"</a:t>
            </a:r>
            <a:r>
              <a:rPr lang="en">
                <a:solidFill>
                  <a:schemeClr val="dk1"/>
                </a:solidFill>
              </a:rPr>
              <a:t> if the guess matches the number.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If the player fails to guess within 5 attempts, the game displays </a:t>
            </a:r>
            <a:r>
              <a:rPr b="1" lang="en" sz="1400">
                <a:solidFill>
                  <a:schemeClr val="dk1"/>
                </a:solidFill>
              </a:rPr>
              <a:t>"Game Over! The number was X"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0" y="0"/>
            <a:ext cx="9144000" cy="3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Scenario: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 game development company wants to create a simple </a:t>
            </a:r>
            <a:r>
              <a:rPr b="1" lang="en" sz="1300">
                <a:solidFill>
                  <a:schemeClr val="dk1"/>
                </a:solidFill>
              </a:rPr>
              <a:t>Rock, Paper, Scissors</a:t>
            </a:r>
            <a:r>
              <a:rPr lang="en" sz="1300">
                <a:solidFill>
                  <a:schemeClr val="dk1"/>
                </a:solidFill>
              </a:rPr>
              <a:t> game where a user plays against the computer.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Game Rules: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 player chooses one of the three options: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Rock (✊)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Paper (📄)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Scissors (✂️)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 computer randomly selects one of the three options.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 winner is determined by the following rules: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Rock beats Scissors</a:t>
            </a:r>
            <a:r>
              <a:rPr lang="en" sz="1300">
                <a:solidFill>
                  <a:schemeClr val="dk1"/>
                </a:solidFill>
              </a:rPr>
              <a:t> (Rock crushes Scissors)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Scissors beats Paper</a:t>
            </a:r>
            <a:r>
              <a:rPr lang="en" sz="1300">
                <a:solidFill>
                  <a:schemeClr val="dk1"/>
                </a:solidFill>
              </a:rPr>
              <a:t> (Scissors cut Paper)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Paper beats Rock</a:t>
            </a:r>
            <a:r>
              <a:rPr lang="en" sz="1300">
                <a:solidFill>
                  <a:schemeClr val="dk1"/>
                </a:solidFill>
              </a:rPr>
              <a:t> (Paper wraps Rock)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If both choices are the same, it's a </a:t>
            </a:r>
            <a:r>
              <a:rPr b="1" lang="en" sz="1300">
                <a:solidFill>
                  <a:schemeClr val="dk1"/>
                </a:solidFill>
              </a:rPr>
              <a:t>tie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 game should continue until the player </a:t>
            </a:r>
            <a:r>
              <a:rPr b="1" lang="en" sz="1300">
                <a:solidFill>
                  <a:schemeClr val="dk1"/>
                </a:solidFill>
              </a:rPr>
              <a:t>chooses to quit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